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sistema en una frase: un analista corporativo que responde consultas de compras fundamentando en normativa y datos vivos.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4356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840480" cy="3840480"/>
          </a:xfrm>
          <a:prstGeom prst="ellipse">
            <a:avLst/>
          </a:prstGeom>
          <a:solidFill>
            <a:srgbClr val="1C2A5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CORPORATIVO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Multiagente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inteligente para compras y contrataciones — PALERMIA S.A.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Final · Maestría en Inteligencia Artificial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problema resuelve?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+ datos vivos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exige cruzar la reglamentación de compras con datos actuales del sistema.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383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se mide en Valor Módulo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7673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no depende de los pesos, sino de la cantidad de VM. Hay que convertir con el valor vigente.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983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y trazabilidad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51846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debe citar la fuente documental, como lo haría una comisión evaluadora.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USO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ejemplo concreto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2148840"/>
            <a:ext cx="10149840" cy="1554480"/>
          </a:xfrm>
          <a:prstGeom prst="roundRect">
            <a:avLst>
              <a:gd name="adj" fmla="val 4706"/>
            </a:avLst>
          </a:prstGeom>
          <a:solidFill>
            <a:srgbClr val="24356E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109728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148840"/>
            <a:ext cx="9509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"Necesito comprar notebooks por $15.000.000.</a:t>
            </a:r>
            <a:endParaRPr lang="en-US" sz="2400" dirty="0"/>
          </a:p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procedimiento corresponde?"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convierte pesos → Valor Módulo con el valor vigente y recién ahí decide el procedimiento.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determina el procedimiento solo por el monto en pesos.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multiagente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6224A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27889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2788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331720" y="3154680"/>
            <a:ext cx="502920" cy="365760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9" name="Shape 7"/>
          <p:cNvSpPr/>
          <p:nvPr/>
        </p:nvSpPr>
        <p:spPr>
          <a:xfrm>
            <a:off x="5257800" y="3383280"/>
            <a:ext cx="548640" cy="365760"/>
          </a:xfrm>
          <a:prstGeom prst="rightArrow">
            <a:avLst/>
          </a:prstGeom>
          <a:solidFill>
            <a:srgbClr val="2E77B8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331720"/>
            <a:ext cx="0" cy="2468880"/>
          </a:xfrm>
          <a:prstGeom prst="line">
            <a:avLst/>
          </a:prstGeom>
          <a:noFill/>
          <a:ln w="25400">
            <a:solidFill>
              <a:srgbClr val="2E7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745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RAG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72600" y="2130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2157984"/>
            <a:ext cx="685800" cy="347472"/>
          </a:xfrm>
          <a:prstGeom prst="rightArrow">
            <a:avLst/>
          </a:prstGeom>
          <a:solidFill>
            <a:srgbClr val="2E77B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31089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Valor Módulo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72600" y="3364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· MCP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3392424"/>
            <a:ext cx="685800" cy="347472"/>
          </a:xfrm>
          <a:prstGeom prst="rightArrow">
            <a:avLst/>
          </a:prstGeom>
          <a:solidFill>
            <a:srgbClr val="2E77B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434340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Personal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72600" y="4599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· MCP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4626864"/>
            <a:ext cx="685800" cy="347472"/>
          </a:xfrm>
          <a:prstGeom prst="rightArrow">
            <a:avLst/>
          </a:prstGeom>
          <a:solidFill>
            <a:srgbClr val="2E77B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orquestador no conoce Qdrant ni NeonDB: solo sabe a qué especialista delegar.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AGENTES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orquestador y tres especialistas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40280" y="2212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40280" y="26700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el flujo e integra la respuesta final.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14884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2E77B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148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72400" y="2212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0" y="26700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la normativa institucional.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1148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24356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114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240280" y="4178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Valor Módulo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40280" y="46360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VM vigente vía MCP.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148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6D5FB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14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72400" y="4178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Personal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0" y="46360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quién ocupa un cargo.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trabajan juntos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76272"/>
            <a:ext cx="502920" cy="502920"/>
          </a:xfrm>
          <a:prstGeom prst="ellipse">
            <a:avLst/>
          </a:prstGeom>
          <a:solidFill>
            <a:srgbClr val="2E77B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objeto y monto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176272"/>
            <a:ext cx="502920" cy="502920"/>
          </a:xfrm>
          <a:prstGeom prst="ellipse">
            <a:avLst/>
          </a:prstGeom>
          <a:solidFill>
            <a:srgbClr val="2E77B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Valor Módulo (MCP)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19202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2176272"/>
            <a:ext cx="502920" cy="502920"/>
          </a:xfrm>
          <a:prstGeom prst="ellipse">
            <a:avLst/>
          </a:prstGeom>
          <a:solidFill>
            <a:srgbClr val="2E77B8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cantidad de VM (tool)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3913632"/>
            <a:ext cx="502920" cy="502920"/>
          </a:xfrm>
          <a:prstGeom prst="ellipse">
            <a:avLst/>
          </a:prstGeom>
          <a:solidFill>
            <a:srgbClr val="2E77B8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la normativa (RAG)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0" y="36576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913632"/>
            <a:ext cx="502920" cy="502920"/>
          </a:xfrm>
          <a:prstGeom prst="ellipse">
            <a:avLst/>
          </a:prstGeom>
          <a:solidFill>
            <a:srgbClr val="2E77B8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al responsable (MCP)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92440" y="36576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9136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6676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la respuesta final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hace UNA cosa; el orquestador mantiene el control de la conversación.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6654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Subagentes como herramientas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0" y="194767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AgentTool: el orquestador no pierde el control.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3697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11810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determinístico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0" y="311810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matemática va en código (Decimal), no en el LLM.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074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28853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en código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0" y="428853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antes del modelo, no solo en el prompt.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294376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4589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exacto de interpretativo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0" y="545896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reglas en código; normativa en los agentes.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aumentada (RAG)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502920" cy="502920"/>
          </a:xfrm>
          <a:prstGeom prst="ellipse">
            <a:avLst/>
          </a:prstGeom>
          <a:solidFill>
            <a:srgbClr val="2E77B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y resolución institucional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926080"/>
            <a:ext cx="32004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21031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377440"/>
            <a:ext cx="502920" cy="502920"/>
          </a:xfrm>
          <a:prstGeom prst="ellipse">
            <a:avLst/>
          </a:prstGeom>
          <a:solidFill>
            <a:srgbClr val="2E77B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 embeddings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artículo, con OpenAI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9560" y="2926080"/>
            <a:ext cx="32004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1031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9640" y="2377440"/>
            <a:ext cx="502920" cy="502920"/>
          </a:xfrm>
          <a:prstGeom prst="ellipse">
            <a:avLst/>
          </a:prstGeom>
          <a:solidFill>
            <a:srgbClr val="2E77B8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4964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Cloud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4964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663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responde citando siempre la fuente documental (documento y número de chunk).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vivos vía MCP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 (HTTP)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la base NeonDB como herramientas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consultar_valor_modulo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buscar_empleado_por_cargo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6224A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MCP?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83464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 al agente de la fuente de datos. Si mañana cambia la base o la API, los agentes no se enteran: siguen llamando a la misma herramienta.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memoria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de compliance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el fraccionamiento y la inyección de prompt ANTES de que el modelo se ejecute. Es una barrera determinística en código.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488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5236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 sesión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1089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monto y objeto entre turnos. Ante "¿y si fueran $80M?", conserva "notebooks" y recalcula.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SÉ QUE FUNCIONA?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con Golden Cases + LLM-as-a-Judge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24356E"/>
          </a:solidFill>
          <a:ln w="12700">
            <a:solidFill>
              <a:srgbClr val="314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aprobación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228600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24356E"/>
          </a:solidFill>
          <a:ln w="12700">
            <a:solidFill>
              <a:srgbClr val="314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43484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promedio (/10)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228600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24356E"/>
          </a:solidFill>
          <a:ln w="12700">
            <a:solidFill>
              <a:srgbClr val="314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04672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aprobados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define criterios; un modelo evaluador (temperatura 0) decide PASS/FAIL con justificación.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8716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031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2.4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39312" y="248716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21031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248716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1031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gpt-4o-mini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69680" y="21031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25712" y="248716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646920" y="21031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Cloud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95020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5661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(PostgreSQL)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0" y="35661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39312" y="395020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35661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FastMCP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35661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2512" y="395020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5661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69680" y="35661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8899BB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25712" y="395020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9646920" y="35661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914400" y="2002536"/>
            <a:ext cx="274320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78308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en memoria (aún no persistentes)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914400" y="2871216"/>
            <a:ext cx="274320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65176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en BD vía MCP: trabajo futuro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914400" y="3739896"/>
            <a:ext cx="274320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352044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A2A: no implementado todavía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914400" y="4608576"/>
            <a:ext cx="274320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438912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datos por reglas (regex)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914400" y="5477256"/>
            <a:ext cx="274320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525780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servicios externos (MCP, NeonDB, Qdrant)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Prioridad: que lo esencial funcione bien y esté testeado, antes que features a medio hacer.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2435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que fundamenta cada respuesta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normativa y datos vivos.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27432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 exacto, en código; lo interpretativo, en los agentes."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2026-07-12T19:45:07Z</dcterms:created>
  <dcterms:modified xsi:type="dcterms:W3CDTF">2026-07-12T19:45:07Z</dcterms:modified>
</cp:coreProperties>
</file>